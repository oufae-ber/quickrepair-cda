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10912" y="0"/>
            <a:ext cx="457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🔧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QuickRepair France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429768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Digitalisation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 Système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d'Information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Chaîne de réparation multi-boutiques — Île-de-France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32004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9476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Présentation de soutenance — Mission D.2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Durée : 8-12 minutes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03520" y="7315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Groupe AMOU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15000" y="1188720"/>
            <a:ext cx="1097280" cy="1097280"/>
          </a:xfrm>
          <a:prstGeom prst="ellipse">
            <a:avLst/>
          </a:prstGeom>
          <a:solidFill>
            <a:srgbClr val="243B55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118872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303520" y="23774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Ouafae Berhili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0" y="265176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Architecte BDD &amp; BI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360920" y="1188720"/>
            <a:ext cx="1097280" cy="1097280"/>
          </a:xfrm>
          <a:prstGeom prst="ellipse">
            <a:avLst/>
          </a:prstGeom>
          <a:solidFill>
            <a:srgbClr val="243B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118872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49440" y="23774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Amal Bouzaher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49440" y="265176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 App &amp; DevOps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212080" y="310896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243B55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3127248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2080" y="35478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172200" y="310896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243B55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3127248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72200" y="35478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132320" y="310896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243B55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3127248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2320" y="35478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092440" y="310896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243B55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92440" y="3127248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92440" y="35478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120640" y="411480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beouafae@etudiant-esic.fr  |  biamal@etudiant-esic.fr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120640" y="434340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github.com/oufae-ber/quickrepair-cda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120640" y="457200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CDA Bac+3 — ESIC — Semestre 1 2025-2026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96012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2471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👥  Présentation de l'équipe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Chaque membre présente sa propre contribution — minimum 2 minutes chacun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3977640" cy="3474720"/>
          </a:xfrm>
          <a:prstGeom prst="roundRect">
            <a:avLst>
              <a:gd name="adj" fmla="val 2632"/>
            </a:avLst>
          </a:prstGeom>
          <a:solidFill>
            <a:srgbClr val="F4F7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371600"/>
            <a:ext cx="1737360" cy="17373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371600"/>
            <a:ext cx="173736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" y="320040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Ouafae Berhili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356616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56616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Architecte BDD &amp; BI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36576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Conception schéma 19 tables PostgreSQL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Déploiement Supabase + connexion Retool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Configuration Metabase — 6 KPI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Documentation technique D.1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Versioning GitHub + commits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92040" y="1261872"/>
            <a:ext cx="3977640" cy="3474720"/>
          </a:xfrm>
          <a:prstGeom prst="roundRect">
            <a:avLst>
              <a:gd name="adj" fmla="val 2632"/>
            </a:avLst>
          </a:prstGeom>
          <a:solidFill>
            <a:srgbClr val="F4F7F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71600"/>
            <a:ext cx="1737360" cy="1737360"/>
          </a:xfrm>
          <a:prstGeom prst="ellipse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371600"/>
            <a:ext cx="173736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937760" y="320040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Amal Bouzaher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0" y="356616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356616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19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 App &amp; DevOps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0" y="3931920"/>
            <a:ext cx="36576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Développement 5 modules Retool CRUD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Gestion des rôles RBAC (3 rôles)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Exécution tests fonctionnels T01→T10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Upload fichiers GitHub MissionA+B+C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Rédaction plan de tests C.2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QuickRepair France — Groupe AMOU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Ouafae Berhili  &amp;  Amal Bouzaher  |  CDA Bac+3 ESIC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490118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96012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2471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🏗️  Architecture de la solution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tiers cloud-native — zéro infrastructure physique — 100% navigateur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1920240" cy="1920240"/>
          </a:xfrm>
          <a:prstGeom prst="roundRect">
            <a:avLst>
              <a:gd name="adj" fmla="val 4762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28016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👤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176479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369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UTILISATEURS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07568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Responsable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0040" y="235000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Technicien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0040" y="262432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Agent d'accueil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331720" y="1234440"/>
            <a:ext cx="1920240" cy="1920240"/>
          </a:xfrm>
          <a:prstGeom prst="roundRect">
            <a:avLst>
              <a:gd name="adj" fmla="val 4762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128016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🔧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23160" y="176479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5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RETOOL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23160" y="207568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5 modules CRUD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423160" y="235000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Gestion des rôles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423160" y="262432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40 réparations en BDD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434840" y="1234440"/>
            <a:ext cx="1920240" cy="1920240"/>
          </a:xfrm>
          <a:prstGeom prst="roundRect">
            <a:avLst>
              <a:gd name="adj" fmla="val 4762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128016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26280" y="176479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1D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METABASE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26280" y="207568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6 KPI temps réel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526280" y="235000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Filtres boutique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526280" y="262432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Dashboard décisionnel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37960" y="1234440"/>
            <a:ext cx="1920240" cy="1920240"/>
          </a:xfrm>
          <a:prstGeom prst="roundRect">
            <a:avLst>
              <a:gd name="adj" fmla="val 4762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128016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🗄️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629400" y="176479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5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SUPABASE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29400" y="207568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PostgreSQL 14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629400" y="235000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19 tables — 8 index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629400" y="262432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Session Pooler SSL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176272" y="208483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279392" y="208483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382512" y="208483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474720" y="3337560"/>
            <a:ext cx="2194560" cy="685800"/>
          </a:xfrm>
          <a:prstGeom prst="roundRect">
            <a:avLst>
              <a:gd name="adj" fmla="val 9333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340156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5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🐙  GitHub — versioning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474720" y="365760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branche main — 8+ commits — 2 auteurs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74320" y="4160520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</a:t>
            </a: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Auth rôle → filtrage automatique   </a:t>
            </a:r>
            <a:r>
              <a:rPr lang="en-US" sz="9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</a:t>
            </a: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Retool → Supabase via Port 5432 SSL   </a:t>
            </a:r>
            <a:r>
              <a:rPr lang="en-US" sz="9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</a:t>
            </a: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Metabase → KPI temps réel   </a:t>
            </a:r>
            <a:r>
              <a:rPr lang="en-US" sz="9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④</a:t>
            </a: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GitHub → versioning complet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QuickRepair France — Groupe AMOU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Ouafae Berhili  &amp;  Amal Bouzaher  |  CDA Bac+3 ESIC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046720" y="490118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96012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2471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🔌  Connexion Base de données — Retool → Supabase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de connexion réussi ✅ — SSL activé — Session Pooler eu-west-1</a:t>
            </a:r>
            <a:endParaRPr lang="en-US" sz="1000" dirty="0"/>
          </a:p>
        </p:txBody>
      </p:sp>
      <p:pic>
        <p:nvPicPr>
          <p:cNvPr id="7" name="Image 0" descr="/mnt/user-data/uploads/1772220758970_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34440"/>
            <a:ext cx="4297680" cy="3200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54880" y="123444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2040" y="13258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Paramètres de connexion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664208"/>
            <a:ext cx="411480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70078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Hôte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989320" y="1700784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aws-1-eu-west-1.pooler.supabase.com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54880" y="1993392"/>
            <a:ext cx="4114800" cy="310896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2029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989320" y="2029968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5432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754880" y="2322576"/>
            <a:ext cx="411480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235915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989320" y="2359152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754880" y="2651760"/>
            <a:ext cx="4114800" cy="310896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2688336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989320" y="2688336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postgres.jljnpbslvytiubljuzrd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754880" y="2980944"/>
            <a:ext cx="411480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301752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SSL/TLS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989320" y="3017520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Activé — obligatoire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754880" y="3310128"/>
            <a:ext cx="4114800" cy="310896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0" y="334670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Méthode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989320" y="3346704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Pooler (IPv4 compatible)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754880" y="3639312"/>
            <a:ext cx="411480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0" y="367588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Région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989320" y="3675888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eu-west-1 — Europe — RGPD ✅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754880" y="3968496"/>
            <a:ext cx="4114800" cy="310896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0" y="400507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989320" y="4005072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Test de connexion réussi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QuickRepair France — Groupe AMOU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Ouafae Berhili  &amp;  Amal Bouzaher  |  CDA Bac+3 ESIC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8046720" y="490118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96012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2471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👤  Module Clients — Amal Bouzaher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Recherche dynamique ILIKE — 25 clients en base — Formulaire de création</a:t>
            </a:r>
            <a:endParaRPr lang="en-US" sz="1000" dirty="0"/>
          </a:p>
        </p:txBody>
      </p:sp>
      <p:pic>
        <p:nvPicPr>
          <p:cNvPr id="7" name="Image 0" descr="/mnt/user-data/uploads/1772220660268_WhatsApp_Image_2026-02-27_at_14_04_26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34440"/>
            <a:ext cx="5029200" cy="2194560"/>
          </a:xfrm>
          <a:prstGeom prst="rect">
            <a:avLst/>
          </a:prstGeom>
        </p:spPr>
      </p:pic>
      <p:pic>
        <p:nvPicPr>
          <p:cNvPr id="8" name="Image 1" descr="/mnt/user-data/uploads/1772220729143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520440"/>
            <a:ext cx="5029200" cy="1371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0" y="1234440"/>
            <a:ext cx="3383280" cy="3429000"/>
          </a:xfrm>
          <a:prstGeom prst="roundRect">
            <a:avLst>
              <a:gd name="adj" fmla="val 2162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23560" y="13258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Fonctionnalités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623560" y="1691640"/>
            <a:ext cx="310896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Recherche dynamique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 nom, prénom, email ou téléphone
(ILIKE + UNACCENT)
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Liste des clients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 résultats en base
Villes colorées (Paris, Cergy, Créteil...)
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Formulaire de création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Nom, Prénom, Téléphone, Email
Ville, Code Postal
Bouton "Créer le client"
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Rôles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d'accueil + Responsable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QuickRepair France — Groupe AMOU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Ouafae Berhili  &amp;  Amal Bouzaher  |  CDA Bac+3 ESIC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046720" y="490118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96012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2471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🔧  Module Réparations — Amal Bouzaher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 réparations — Filtres Boutique + Statut + Technicien — Statuts colorés</a:t>
            </a:r>
            <a:endParaRPr lang="en-US" sz="1000" dirty="0"/>
          </a:p>
        </p:txBody>
      </p:sp>
      <p:pic>
        <p:nvPicPr>
          <p:cNvPr id="7" name="Image 0" descr="/mnt/user-data/uploads/1772220709833_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34440"/>
            <a:ext cx="8595360" cy="2286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3611880"/>
            <a:ext cx="2743200" cy="1097280"/>
          </a:xfrm>
          <a:prstGeom prst="roundRect">
            <a:avLst>
              <a:gd name="adj" fmla="val 583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7588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 Filtres combinables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97764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Boutique / Statut / Technicien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Effacer les filtres en 1 clic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00400" y="3611880"/>
            <a:ext cx="2743200" cy="1097280"/>
          </a:xfrm>
          <a:prstGeom prst="roundRect">
            <a:avLst>
              <a:gd name="adj" fmla="val 583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10128" y="367588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🏷️ Statuts colorés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310128" y="397764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Terminée Livrée (jaune)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Diagnostique (bleu)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Annulée (rouge) — 11 statuts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26480" y="3611880"/>
            <a:ext cx="2743200" cy="1097280"/>
          </a:xfrm>
          <a:prstGeom prst="roundRect">
            <a:avLst>
              <a:gd name="adj" fmla="val 583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367588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40 résultats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236208" y="397764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Toutes boutiques IDF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Numéro suivi QR-BXX-2025-XXXX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QuickRepair France — Groupe AMOU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Ouafae Berhili  &amp;  Amal Bouzaher  |  CDA Bac+3 ESIC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046720" y="490118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96012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2471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🔄  Cycle de vie d'une réparation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Timeline complète — historique_statut — Traçabilité totale avec auteur + date</a:t>
            </a:r>
            <a:endParaRPr lang="en-US" sz="1000" dirty="0"/>
          </a:p>
        </p:txBody>
      </p:sp>
      <p:pic>
        <p:nvPicPr>
          <p:cNvPr id="7" name="Image 0" descr="/mnt/user-data/uploads/1772220671589_WhatsApp_Image_2026-02-27_at_13_59_24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34440"/>
            <a:ext cx="5029200" cy="3108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77840" y="12344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Cycle de vie (11 statuts)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1572768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6002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📥 Déposée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949440" y="1883664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577840" y="1975104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20025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 Diagnostic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949440" y="228600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577840" y="2377440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0" y="240487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Devis envoyé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949440" y="2688336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577840" y="2779776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0" y="280720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Devis accepté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949440" y="309067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577840" y="3182112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0" y="320954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⚙️ En cours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949440" y="3493008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577840" y="3584448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0" y="36118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🎉 Prêt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949440" y="3895344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577840" y="3986784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E0E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0" y="401421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💳 Terminée Livrée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274320" y="4453128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RG4 — Chaque changement crée une entrée dans historique_statut (auteur + date + commentaire)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QuickRepair France — Groupe AMOU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Ouafae Berhili  &amp;  Amal Bouzaher  |  CDA Bac+3 ESIC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046720" y="490118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96012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2471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 QuickRepair Dashboard — Ouafae Berhili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Vue temps réel — 40 réparations — 20 en cours ce mois — Requêtes SQL optimisées</a:t>
            </a:r>
            <a:endParaRPr lang="en-US" sz="1000" dirty="0"/>
          </a:p>
        </p:txBody>
      </p:sp>
      <p:pic>
        <p:nvPicPr>
          <p:cNvPr id="7" name="Image 0" descr="/home/claude/dashboard_r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34440"/>
            <a:ext cx="859536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425196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279392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51560" y="42976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Réparations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totales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0" y="425196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4279392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977640" y="42976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 cours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 mois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126480" y="425196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4279392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903720" y="42976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Terminées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 mois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QuickRepair France — Groupe AMOU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Ouafae Berhili  &amp;  Amal Bouzaher  |  CDA Bac+3 ESIC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046720" y="490118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96012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2471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💾  Requêtes SQL — Connexion Retool → Supabase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CTE + ROW_NUMBER OVER PARTITION — Jointures 6 tables — Résultats temps réel</a:t>
            </a:r>
            <a:endParaRPr lang="en-US" sz="1000" dirty="0"/>
          </a:p>
        </p:txBody>
      </p:sp>
      <p:pic>
        <p:nvPicPr>
          <p:cNvPr id="7" name="Image 0" descr="/mnt/user-data/uploads/1772220747294_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34440"/>
            <a:ext cx="502920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0" y="123444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23560" y="12984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Requête principale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577840" y="1645920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9C0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WITH last_status AS (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577840" y="1837944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SELECT hs.id_reparation,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577840" y="2029968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hs.id_statut,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577840" y="2221992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ROW_NUMBER() OVER (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577840" y="2414016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PARTITION BY hs.id_reparation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5577840" y="2606040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ORDER BY date_changement DESC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577840" y="2798064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) rn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577840" y="2990088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FROM historique_statut hs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577840" y="3182112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5577840" y="3374136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9C0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r.id_reparation,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577840" y="3566160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r.numero_suivi,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577840" y="3758184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b.nom AS boutique,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577840" y="3950208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s.libelle AS statut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5577840" y="4142232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9C0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reparation r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577840" y="4334256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9C0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JOIN boutique b ON ...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577840" y="4526280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9C0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JOIN last_status ls ON ...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QuickRepair France — Groupe AMOU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Ouafae Berhili  &amp;  Amal Bouzaher  |  CDA Bac+3 ESIC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046720" y="490118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96012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2471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⚙️  Choix technologiques justifiés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outils sélectionnés après analyse contraintes : délai 3 sprints, coût zéro, RGPD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261872"/>
            <a:ext cx="8686800" cy="795528"/>
          </a:xfrm>
          <a:prstGeom prst="roundRect">
            <a:avLst>
              <a:gd name="adj" fmla="val 9195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07592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🗄️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1353312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Supabase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14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353312"/>
            <a:ext cx="27432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307592"/>
            <a:ext cx="4023360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BDD relationnelle cloud, gratuit, SSL natif, région EU (RGPD), compatible Retool+Metabase nativement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766560" y="1353312"/>
            <a:ext cx="27432" cy="5943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307592"/>
            <a:ext cx="1920240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PlanetScale (pas de FK natives) / Firebase (NoSQL inadapté)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8600" y="2130552"/>
            <a:ext cx="8686800" cy="795528"/>
          </a:xfrm>
          <a:prstGeom prst="roundRect">
            <a:avLst>
              <a:gd name="adj" fmla="val 9195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176272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🔧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2221992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Retool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 CRUD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06040" y="2221992"/>
            <a:ext cx="27432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2176272"/>
            <a:ext cx="4023360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Connexion PostgreSQL native, composants UI prêts, déploiement immédiat, filtrage rôles via SQL paramétré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66560" y="2221992"/>
            <a:ext cx="27432" cy="5943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176272"/>
            <a:ext cx="1920240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AppSmith (self-hosted trop complexe) / React custom (délai trop long)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28600" y="2999232"/>
            <a:ext cx="8686800" cy="795528"/>
          </a:xfrm>
          <a:prstGeom prst="roundRect">
            <a:avLst>
              <a:gd name="adj" fmla="val 919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044952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4400" y="3090672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Metabase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BI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06040" y="3090672"/>
            <a:ext cx="2743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97480" y="3044952"/>
            <a:ext cx="4023360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No-code pour KPI, connexion directe Supabase, filtres dynamiques boutique+période sans dev supplémentaire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766560" y="3090672"/>
            <a:ext cx="27432" cy="5943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3044952"/>
            <a:ext cx="1920240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Power BI (licence payante) / Grafana (orienté monitoring)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28600" y="3867912"/>
            <a:ext cx="8686800" cy="795528"/>
          </a:xfrm>
          <a:prstGeom prst="roundRect">
            <a:avLst>
              <a:gd name="adj" fmla="val 9195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913632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🐙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14400" y="3959352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606040" y="3959352"/>
            <a:ext cx="27432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97480" y="3913632"/>
            <a:ext cx="4023360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Standard industriel, gratuit, historique commits datés par sprint, 2 auteurs identifiables, portfolio CDA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766560" y="3959352"/>
            <a:ext cx="27432" cy="5943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3913632"/>
            <a:ext cx="1920240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GitLab (viable mais GitHub plus universel pour portfolio)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QuickRepair France — Groupe AMOU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Ouafae Berhili  &amp;  Amal Bouzaher  |  CDA Bac+3 ESIC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046720" y="490118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96012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2471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🔐  Gestion des rôles RBAC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rôles — Filtrage SQL automatique — Chaque rôle voit uniquement ses données</a:t>
            </a:r>
            <a:endParaRPr lang="en-US" sz="1000" dirty="0"/>
          </a:p>
        </p:txBody>
      </p:sp>
      <p:pic>
        <p:nvPicPr>
          <p:cNvPr id="7" name="Image 0" descr="/mnt/user-data/uploads/1772220644857_WhatsApp_Image_2026-02-27_at_14_08_05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34440"/>
            <a:ext cx="5029200" cy="2194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352044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58444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👔 Responsable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11480" y="388620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Toutes boutiques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11480" y="411480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Dashboard Metabase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11480" y="434340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Tous les KPI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11480" y="457200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Vue globale réparations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200400" y="352044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10128" y="358444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🔧 Technicien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337560" y="388620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Ses réparations uniquement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337560" y="411480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Changer les statuts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337560" y="434340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Données financières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337560" y="457200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Autres techniciens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126480" y="352044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36208" y="358444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🙋 Agent accueil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263640" y="388620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Créer clients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263640" y="411480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Créer réparations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263640" y="434340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Voir les devis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263640" y="457200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Dashboard BI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Implémentation : WHERE technicien_principal_id = (SELECT id_employe FROM employe WHERE email = current_user)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QuickRepair France — Groupe AMOU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Ouafae Berhili  &amp;  Amal Bouzaher  |  CDA Bac+3 ESIC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046720" y="490118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96012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2471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🛠️  Difficultés rencontrées &amp; Solutions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problèmes réels rencontrés — tous résolus — preuves dans les captures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261872"/>
            <a:ext cx="8686800" cy="795528"/>
          </a:xfrm>
          <a:prstGeom prst="roundRect">
            <a:avLst>
              <a:gd name="adj" fmla="val 9195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53312"/>
            <a:ext cx="502920" cy="594360"/>
          </a:xfrm>
          <a:prstGeom prst="roundRect">
            <a:avLst>
              <a:gd name="adj" fmla="val 9091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716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32588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Problème :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68680" y="1517904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Connexion Retool refusée (IPv4 vs IPv6)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0" y="1353312"/>
            <a:ext cx="27432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32588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Solution :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206240" y="1517904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Utilisation du Session Pooler Supabase — Port 5432 — Test de connexion ✅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909560" y="151790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151790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" y="2148840"/>
            <a:ext cx="8686800" cy="795528"/>
          </a:xfrm>
          <a:prstGeom prst="roundRect">
            <a:avLst>
              <a:gd name="adj" fmla="val 9195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240280"/>
            <a:ext cx="502920" cy="594360"/>
          </a:xfrm>
          <a:prstGeom prst="roundRect">
            <a:avLst>
              <a:gd name="adj" fmla="val 9091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25856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221284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Problème :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68680" y="240487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Erreur syntaxe AGE() dans Metabase (KPI#5)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14800" y="2240280"/>
            <a:ext cx="27432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221284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Solution :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206240" y="240487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Remplacé par EXTRACT(EPOCH FROM date_fin-date_depot)/86400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909560" y="2404872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2404872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Ouafae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" y="3035808"/>
            <a:ext cx="8686800" cy="795528"/>
          </a:xfrm>
          <a:prstGeom prst="roundRect">
            <a:avLst>
              <a:gd name="adj" fmla="val 9195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127248"/>
            <a:ext cx="502920" cy="594360"/>
          </a:xfrm>
          <a:prstGeom prst="roundRect">
            <a:avLst>
              <a:gd name="adj" fmla="val 9091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14553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8680" y="3099816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Problème :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68680" y="32918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README.md contenant un mauvais projet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114800" y="3127248"/>
            <a:ext cx="27432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0" y="3099816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Solution :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206240" y="32918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Suppression et recréation directement sur GitHub.com via éditeur web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909560" y="329184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09560" y="3291840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Ouafae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28600" y="3922776"/>
            <a:ext cx="8686800" cy="795528"/>
          </a:xfrm>
          <a:prstGeom prst="roundRect">
            <a:avLst>
              <a:gd name="adj" fmla="val 9195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4014216"/>
            <a:ext cx="502920" cy="594360"/>
          </a:xfrm>
          <a:prstGeom prst="roundRect">
            <a:avLst>
              <a:gd name="adj" fmla="val 9091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03250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68680" y="3986784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Problème :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68680" y="417880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Filtrage données par rôle dans Retool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114800" y="4014216"/>
            <a:ext cx="27432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06240" y="398678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Solution :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206240" y="417880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Paramètre dynamique current_user dans les queries SQL paramétrées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909560" y="4178808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09560" y="4178808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Amal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QuickRepair France — Groupe AMOU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Ouafae Berhili  &amp;  Amal Bouzaher  |  CDA Bac+3 ESIC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046720" y="490118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96012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2471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🚀  Limites connues &amp; Évolutions prévues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 prototype — V2 production — V3 intelligence artificielle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Limites du prototype V1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27632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673352"/>
            <a:ext cx="411480" cy="2286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67335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" y="169164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89280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 de SMS/email auto au client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063240" y="1700784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170078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Impact: Élevé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249424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295144"/>
            <a:ext cx="411480" cy="2286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295144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2960" y="231343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251460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Retool non responsive smartphone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063240" y="2322576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2322576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Impact: Moyen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871216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2916936"/>
            <a:ext cx="411480" cy="2286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916936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2960" y="293522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313639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 de génération devis PDF auto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063240" y="2944368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240" y="294436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Impact: Élevé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493008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3538728"/>
            <a:ext cx="411480" cy="2286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5387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22960" y="355701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" y="3758184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 de SSO unifié Retool+Supabase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063240" y="3566160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63240" y="356616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Impact: Moyen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411480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" y="4160520"/>
            <a:ext cx="411480" cy="2286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16052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L5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22960" y="417880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Stock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960" y="4379976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Décrémentation auto non implémentée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063240" y="4187952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63240" y="418795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Impact: Moyen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54880" y="123444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Évolutions prévues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1627632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1664208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📱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285232" y="167335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 mobile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285232" y="1892808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Native + API Supabase REST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8001000" y="1700784"/>
            <a:ext cx="777240" cy="2286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01000" y="170078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V2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54880" y="2249424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28032" y="228600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📧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285232" y="2295144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285232" y="251460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Twilio SMS + SendGrid email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8001000" y="2322576"/>
            <a:ext cx="777240" cy="2286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01000" y="2322576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V2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54880" y="2871216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28032" y="2907792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285232" y="2916936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devis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285232" y="313639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jsPDF dans Retool + HTML template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8001000" y="2944368"/>
            <a:ext cx="777240" cy="2286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01000" y="2944368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V2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754880" y="3493008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28032" y="3529584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🔐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285232" y="353872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unifiée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285232" y="3758184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Supabase Auth + Row Level Security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8001000" y="3566160"/>
            <a:ext cx="777240" cy="2286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001000" y="3566160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V2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754880" y="411480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28032" y="4151376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🤖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5285232" y="416052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IA prédictive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285232" y="4379976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Python — prédiction délais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8001000" y="4187952"/>
            <a:ext cx="777240" cy="2286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001000" y="4187952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V3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QuickRepair France — Groupe AMOU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Ouafae Berhili  &amp;  Amal Bouzaher  |  CDA Bac+3 ESIC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8046720" y="490118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96012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2471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Bilan du projet — Taux de couverture 100%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Tous les critères atteints — 3 sprints — 2 membres actifs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261872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4F7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" y="1353312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335024"/>
            <a:ext cx="1234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64208" y="135331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Stories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64208" y="164592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Clients, Appareils, Réparations, Devis, Rôles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1261872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4F7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3168" y="1353312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335024"/>
            <a:ext cx="1234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 / 19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9048" y="135331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Tables PostgreSQL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99048" y="164592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PK + FK + CHECK + DEFAULT + 8 index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8600" y="2112264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4F7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" y="2203704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2185416"/>
            <a:ext cx="1234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64208" y="2203704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Metabase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64208" y="249631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 / Statuts / Top5 / Délai / Stock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63440" y="2112264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4F7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73168" y="2203704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185416"/>
            <a:ext cx="1234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99048" y="2203704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Modules Retool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99048" y="249631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Clients, Appareils, Réparations, Devis, Rôles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28600" y="2962656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4F7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" y="3054096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" y="3035808"/>
            <a:ext cx="1234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64208" y="3054096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fonctionnels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664208" y="3346704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OK directs + 1 KO corrigé (T09)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63440" y="2962656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4F7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73168" y="3054096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3035808"/>
            <a:ext cx="1234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8+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99048" y="3054096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Commits GitHub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99048" y="3346704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auteurs — messages explicites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28600" y="3813048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4F7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8328" y="3904488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" y="3886200"/>
            <a:ext cx="1234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664208" y="3904488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Règles de gestion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664208" y="4197096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RG1 → RG8 toutes implémentées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63440" y="3813048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4F7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73168" y="3904488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3886200"/>
            <a:ext cx="1234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5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99048" y="3904488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Documentation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099048" y="4197096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+ Choix + Fonct. + MDD + Limites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90118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QuickRepair France — Groupe AMOU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Ouafae Berhili  &amp;  Amal Bouzaher  |  CDA Bac+3 ESIC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046720" y="490118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/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810512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502152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Équipe AMOU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Merci pour votre attention !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CDA Bac+3 — ESIC — Semestre 1 2025-2026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Ouafae Berhili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160520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beouafae@etudiant-esic.fr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0" y="38404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Amal Bouzaher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4160520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biamal@etudiant-esic.fr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🐙  github.com/oufae-ber/quickrepair-cda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8129</Words>
  <Application>WPS Presentation</Application>
  <PresentationFormat>On-screen Show (16:9)</PresentationFormat>
  <Paragraphs>668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QuickRepair France — Présentation Soutenance D.2</dc:title>
  <dc:creator>PptxGenJS</dc:creator>
  <dc:subject>PptxGenJS Presentation</dc:subject>
  <cp:lastModifiedBy>Ouafae Berhili</cp:lastModifiedBy>
  <cp:revision>2</cp:revision>
  <dcterms:created xsi:type="dcterms:W3CDTF">2026-02-27T20:20:00Z</dcterms:created>
  <dcterms:modified xsi:type="dcterms:W3CDTF">2026-02-27T20:24:40Z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742730C35500435BAC13B82B79562A57_13</vt:lpwstr>
  </property>
  <property fmtid="{D5CDD505-2E9C-101B-9397-08002B2CF9AE}" pid="3" name="KSOProductBuildVer">
    <vt:lpwstr>1036-12.2.0.23196</vt:lpwstr>
  </property>
</Properties>
</file>